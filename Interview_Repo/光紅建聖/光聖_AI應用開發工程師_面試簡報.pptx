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463040"/>
            <a:ext cx="4754880" cy="47548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2377440"/>
            <a:ext cx="3108960" cy="3108960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57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應用開發工程師｜應徵簡報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16916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以規格化思維，把 LLM 變成</a:t>
            </a:r>
            <a:endParaRPr lang="en-US" sz="3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可信賴的長期生產力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廖介任  Rick Liao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17＋ 年軟體開發 ｜ LLM 應用・RAG・Agent・模型微調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ABOUT 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關於我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88920" cy="3200400"/>
          </a:xfrm>
          <a:prstGeom prst="rect">
            <a:avLst/>
          </a:prstGeom>
          <a:solidFill>
            <a:srgbClr val="0A1A2F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278892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17+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年軟體開發資歷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4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 2015 年起持續投入深度學習與大語言模型，具備完整的動手實作經驗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527048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4951" y="1680119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43400" y="14813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全程深度參與的工作習慣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343400" y="186537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從需求定義、架構設計、開發實作到後續優化，習慣全程負責而非只接單一環節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11880" y="2587752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951" y="2740823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2542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近年聚焦 LLM 落地與 Agent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343400" y="29260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系統架構、模型微調（LoRA／QLoRA／DPO）、Agent 工作流框架的實戰開發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11880" y="3648456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951" y="3801527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36027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LLM「規格化溝通」是我的方法論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343400" y="398678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把十多年的軟體規格化習慣，延伸成與大語言模型協作的核心競爭力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CAPABILITY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核心專長地圖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91056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739189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9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應用開發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22376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與開源模型整合、理解模型運作原理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371600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1591056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739189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33672" y="1609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系統架構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84448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向量檢索、文本切分、檢索流程設計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27064" y="1371600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27064" y="1371600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4"/>
          <p:cNvSpPr/>
          <p:nvPr/>
        </p:nvSpPr>
        <p:spPr>
          <a:xfrm>
            <a:off x="6428232" y="1591056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1739189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95744" y="1609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工作流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4652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LangChain・LangGraph・DSPy・Dify・n8n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02920" y="3127248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3127248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Shape 19"/>
          <p:cNvSpPr/>
          <p:nvPr/>
        </p:nvSpPr>
        <p:spPr>
          <a:xfrm>
            <a:off x="704088" y="3346704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3494837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模型微調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22376" y="3995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LoRA／QLoRA／PEFT／DPO，多模態語音模型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3364992" y="3127248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64992" y="3127248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Shape 24"/>
          <p:cNvSpPr/>
          <p:nvPr/>
        </p:nvSpPr>
        <p:spPr>
          <a:xfrm>
            <a:off x="3566160" y="3346704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293" y="3494837"/>
            <a:ext cx="252374" cy="2523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33672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向量 / 圖譜記憶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3584448" y="3995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Milvus・FAISS・Qdrant・pgvector・Neo4j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227064" y="3127248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27064" y="3127248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6" name="Shape 29"/>
          <p:cNvSpPr/>
          <p:nvPr/>
        </p:nvSpPr>
        <p:spPr>
          <a:xfrm>
            <a:off x="6428232" y="3346704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65" y="3494837"/>
            <a:ext cx="252374" cy="25237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95744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語音 AI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6446520" y="3995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ASR、發音評測（GOP／MDD／APA）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MY UNDERSTANDING OF EZCONN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我所理解的光聖（6442）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一家在 AI 光通訊浪潮中高速成長、卻正要從 0 導入內部 AI 的製造強者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938528" cy="224028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1938528" cy="54864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04825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420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105 億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9224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E2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 全年營收，創 IPO 新高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06040" y="1828800"/>
            <a:ext cx="1938528" cy="224028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828800"/>
            <a:ext cx="1938528" cy="54864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204825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5420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57%+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752344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E2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毛利率，成功轉型高毛利光通訊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09160" y="1828800"/>
            <a:ext cx="1938528" cy="224028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828800"/>
            <a:ext cx="1938528" cy="54864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048256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5420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國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4855464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E2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台灣・寧波・捷克・菲律賓產能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812280" y="1828800"/>
            <a:ext cx="1938528" cy="224028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12280" y="1828800"/>
            <a:ext cx="1938528" cy="54864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204825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25420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新導入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6958584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E2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為全新需求、長週期專案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02920" y="4315968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關鍵洞察：他們是「賣鏟子給 AI 淘金潮」的硬體贏家——這個職位要解決的是內部數位轉型，需要一位能定義藍圖、長期蹲點的拓荒者。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2A4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1 · VALUE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090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這個職務能為公司帶來什麼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4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結合公司的六大需求 × 我能提供的對應專長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SIX VALUE PILLARS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六大價值：公司需求 × 我的專長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15910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0 定義 AI 藍圖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2376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完整專案主導經驗：需求→架構→實作→迭代全程負責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371600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2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544" y="159105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自動化營運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84448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框架實戰：LangChain／LangGraph／DSPy／Dify／n8n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27064" y="1371600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27064" y="1371600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4"/>
          <p:cNvSpPr/>
          <p:nvPr/>
        </p:nvSpPr>
        <p:spPr>
          <a:xfrm>
            <a:off x="640994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2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59105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67144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知識結構化、可檢索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46520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與向量庫實戰 ＋ 知識圖譜記憶（GraphRAG）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127248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3127248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2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334670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3101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系統效能優化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22376" y="387705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規格化、工程化的開發習慣，兼顧延遲・穩定・成本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364992" y="3127248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64992" y="3127248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Text 24"/>
          <p:cNvSpPr/>
          <p:nvPr/>
        </p:nvSpPr>
        <p:spPr>
          <a:xfrm>
            <a:off x="354787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24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334670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05072" y="33101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評估與測試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584448" y="387705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Checklist ＋ 測試驅動，把模型輸出變成可衡量的品質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27064" y="3127248"/>
            <a:ext cx="2697480" cy="1572768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27064" y="3127248"/>
            <a:ext cx="64008" cy="15727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6" name="Text 29"/>
          <p:cNvSpPr/>
          <p:nvPr/>
        </p:nvSpPr>
        <p:spPr>
          <a:xfrm>
            <a:off x="6409944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24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3346704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67144" y="33101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跨部門推動落地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446520" y="387705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用「規格化溝通」降低跨團隊與人機之間的理解落差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VALUE · 1–3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價值展開 ①–③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83880" cy="96012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18488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1766621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361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公司需求 </a:t>
            </a:r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0 定義 AI 長期發展藍圖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192938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我的專長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兩個主導專案（DocAI／TeacherAssist.AI）皆從架構選型走到長期維護迭代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514600"/>
            <a:ext cx="8183880" cy="96012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514600"/>
            <a:ext cx="64008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" y="2715768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5" y="286390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633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公司需求 </a:t>
            </a:r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部署具擴展性的 Agent 系統並優化工具／技能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417320" y="302666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我的專長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實際動手研究 LangChain・LangGraph・DSPy 等框架，理解各自適用情境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611880"/>
            <a:ext cx="8183880" cy="96012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611880"/>
            <a:ext cx="64008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4"/>
          <p:cNvSpPr/>
          <p:nvPr/>
        </p:nvSpPr>
        <p:spPr>
          <a:xfrm>
            <a:off x="713232" y="3813048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3961181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7307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公司需求 </a:t>
            </a:r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打造 Agent 記憶系統（Neo4j／pgvector）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417320" y="412394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我的專長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與向量檢索為實戰主力，並理解圖譜檢索與 GraphRAG 的互補價值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VALUE · 4–6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價值展開 ④–⑥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83880" cy="96012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18488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1766621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361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公司需求 </a:t>
            </a:r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優化系統效能（延遲、穩定性與成本）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192938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我的專長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以規格化、工程化習慣管理長專案，先量測再針對最貴環節優化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514600"/>
            <a:ext cx="8183880" cy="96012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514600"/>
            <a:ext cx="64008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" y="2715768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5" y="286390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633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公司需求 </a:t>
            </a:r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AI Agent 評估與測試機制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417320" y="302666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我的專長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Checklist ＋ 測試驅動驗證產出，並有語音評測的量化評估方法論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611880"/>
            <a:ext cx="8183880" cy="96012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611880"/>
            <a:ext cx="64008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4"/>
          <p:cNvSpPr/>
          <p:nvPr/>
        </p:nvSpPr>
        <p:spPr>
          <a:xfrm>
            <a:off x="713232" y="3813048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3961181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7307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公司需求 </a:t>
            </a:r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與各部門協作、推動 AI 功能落地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417320" y="412394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我的專長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Mermaid／規格描述把抽象需求說清楚，降低跨團隊與人機誤解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MY SIGNATURE STRENGTH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核心差異化：與 LLM 的「規格化溝通」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別人用模糊的對話餵 LLM；我用十多年累積的軟體規格化語言，把需求講到模型「一次聽懂」。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06040" cy="269748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26060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603504" cy="603504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466" y="2174626"/>
            <a:ext cx="277612" cy="2776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過去：UML / ER Model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33101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用結構化的圖與模型把需求分析、實作規劃規格化，建立功能檢核清單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044952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➜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291840" y="1783080"/>
            <a:ext cx="2606040" cy="269748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783080"/>
            <a:ext cx="26060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Shape 12"/>
          <p:cNvSpPr/>
          <p:nvPr/>
        </p:nvSpPr>
        <p:spPr>
          <a:xfrm>
            <a:off x="3520440" y="2011680"/>
            <a:ext cx="603504" cy="603504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386" y="2174626"/>
            <a:ext cx="277612" cy="2776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204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現在：Mermaid + Prompts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20440" y="33101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不丟棄軟體規格語言，改用 Mermaid 圖＋精準 Prompt，讓 LLM 更快、更深入理解需求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833872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➜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080760" y="1783080"/>
            <a:ext cx="2606040" cy="269748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1783080"/>
            <a:ext cx="26060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Shape 18"/>
          <p:cNvSpPr/>
          <p:nvPr/>
        </p:nvSpPr>
        <p:spPr>
          <a:xfrm>
            <a:off x="6309360" y="2011680"/>
            <a:ext cx="603504" cy="603504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306" y="2174626"/>
            <a:ext cx="277612" cy="2776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結果：可預期、可延續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09360" y="33101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減少人機誤解與幻覺，讓長週期專案的「決策延續性」被保住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SPEC-DRIVEN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規格化如何保證品質：Checklist ＋ 測試驅動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把「驗收 LLM 產出」變成一套工程紀律，而不是憑感覺看它寫得對不對。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938528" cy="20116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64008" cy="2011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39112"/>
            <a:ext cx="603504" cy="603504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378" y="2202058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715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" y="2971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規格化需求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" y="33192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Mermaid／UML 把需求與流程畫清楚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04872" y="2468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606040" y="1783080"/>
            <a:ext cx="1938528" cy="20116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1783080"/>
            <a:ext cx="64008" cy="2011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Shape 12"/>
          <p:cNvSpPr/>
          <p:nvPr/>
        </p:nvSpPr>
        <p:spPr>
          <a:xfrm>
            <a:off x="3273552" y="2039112"/>
            <a:ext cx="603504" cy="603504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498" y="2202058"/>
            <a:ext cx="277612" cy="2776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06040" y="2715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697480" y="2971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餵給 LLM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715768" y="33192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以結構化 Prompt 傳達精準意圖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07992" y="2468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4709160" y="1783080"/>
            <a:ext cx="1938528" cy="20116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09160" y="1783080"/>
            <a:ext cx="64008" cy="2011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Shape 19"/>
          <p:cNvSpPr/>
          <p:nvPr/>
        </p:nvSpPr>
        <p:spPr>
          <a:xfrm>
            <a:off x="5376672" y="2039112"/>
            <a:ext cx="603504" cy="603504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618" y="2202058"/>
            <a:ext cx="277612" cy="2776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09160" y="2715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800600" y="2971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Checklist 檢核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18888" y="33192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對照功能清單逐項驗證完整度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611112" y="2468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4"/>
          <p:cNvSpPr/>
          <p:nvPr/>
        </p:nvSpPr>
        <p:spPr>
          <a:xfrm>
            <a:off x="6812280" y="1783080"/>
            <a:ext cx="1938528" cy="20116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12280" y="1783080"/>
            <a:ext cx="64008" cy="2011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Shape 26"/>
          <p:cNvSpPr/>
          <p:nvPr/>
        </p:nvSpPr>
        <p:spPr>
          <a:xfrm>
            <a:off x="7479792" y="2039112"/>
            <a:ext cx="603504" cy="603504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738" y="2202058"/>
            <a:ext cx="277612" cy="27761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12280" y="2715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903720" y="2971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測試驅動驗證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922008" y="33192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用測試確認產出的正確性與邊界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2920" y="4041648"/>
            <a:ext cx="8183880" cy="71323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7" name="Shape 31"/>
          <p:cNvSpPr/>
          <p:nvPr/>
        </p:nvSpPr>
        <p:spPr>
          <a:xfrm>
            <a:off x="502920" y="4041648"/>
            <a:ext cx="64008" cy="7132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8" name="Text 32"/>
          <p:cNvSpPr/>
          <p:nvPr/>
        </p:nvSpPr>
        <p:spPr>
          <a:xfrm>
            <a:off x="713232" y="404164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為什麼這對貴司重要：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5E2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這正好對應職缺的「Agent 評估與測試機制」——讓 AI 產出的品質可被衡量、可被信任，這是長週期專案不退化的安全網。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2A4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2 ·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090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我的實證：專案與能力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4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用真實做過的長期專案，證明「完整度」不是口號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· DOCAI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代表專案：DocAI（本地 RAG 系統）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08960" cy="384048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類 NotebookLM 的本地知識系統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746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Milvus + FAISS 雙架構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在「單機低延遲」與「跨機器知識共享」之間做情境分流，而非無腦上重武器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716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240487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BGE-M3 做 embedding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看重其中文與多語檢索能力，正好對應貴司繁中、跨國（台／寧波／捷克／菲）文件場景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4553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7552" y="30632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文本切分與檢索流程設計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切太細語意斷裂、切太粗檢索不準——以指標判斷切分策略是否調好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7552" y="3721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持續迭代與多格式支援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長期維護、跨機器共享，不是做完 demo 就丟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02920" y="4370832"/>
            <a:ext cx="818388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02920" y="4370832"/>
            <a:ext cx="64008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0"/>
          <p:cNvSpPr/>
          <p:nvPr/>
        </p:nvSpPr>
        <p:spPr>
          <a:xfrm>
            <a:off x="713232" y="43708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面試重點　</a:t>
            </a:r>
            <a:pPr indent="0" marL="0">
              <a:buNone/>
            </a:pPr>
            <a:r>
              <a:rPr lang="en-US" sz="1150" i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講「取捨」而非「功能」：長專案的價值在於你在岔路口怎麼選。（口頭補上真實數字：召回率／延遲改善）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· REFACTOR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代表專案：TeacherAssist.AI（AI 簡報生成）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08960" cy="384048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經歷完整技術重構的長週期專案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746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Presenton 遷移到 PPTAgent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重新選擇生成引擎，前後端重新設計，是一次完整的架構重構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716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240487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決策的延續性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體會到早期的架構決策會變成後期的包袱，重構時以此為戒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4553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7552" y="30632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架構彈性優先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讓系統能換引擎、換模型而不傷筋動骨——這是長專案的命脈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7552" y="3721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SSE 即時進度串流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兼顧使用者體驗與系統可觀測性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02920" y="4370832"/>
            <a:ext cx="818388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02920" y="4370832"/>
            <a:ext cx="64008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0"/>
          <p:cNvSpPr/>
          <p:nvPr/>
        </p:nvSpPr>
        <p:spPr>
          <a:xfrm>
            <a:off x="713232" y="43708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面試重點　</a:t>
            </a:r>
            <a:pPr indent="0" marL="0">
              <a:buNone/>
            </a:pPr>
            <a:r>
              <a:rPr lang="en-US" sz="1150" i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這題是「長專案決策延續性」的活教材：能講清楚『哪個決策後來變包袱、這次怎麼避免』最有說服力。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MEMORY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記憶系統觀點：向量 vs 知識圖譜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9352" cy="242316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59352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627632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1780703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27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向量檢索（pgvector）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E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解決「語意相似」的模糊搜尋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39572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我只記得大概意思，幫我找相關內容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文件、規格、歷史案例的語意比對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起步階段低複雜度、好維護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27448" y="1371600"/>
            <a:ext cx="3959352" cy="242316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1371600"/>
            <a:ext cx="3959352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1627632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51" y="1780703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87568" y="1627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知識圖譜（Neo4j）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687568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F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解決「明確關係」的多跳推理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001768" y="239572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客戶→訂單→料件→製程→良率的關聯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誰供誰、誰影響誰的關係網查詢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製造業隱性知識的結構化骨架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4023360"/>
            <a:ext cx="8183880" cy="73152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19" name="Shape 15"/>
          <p:cNvSpPr/>
          <p:nvPr/>
        </p:nvSpPr>
        <p:spPr>
          <a:xfrm>
            <a:off x="502920" y="4023360"/>
            <a:ext cx="64008" cy="7315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6"/>
          <p:cNvSpPr/>
          <p:nvPr/>
        </p:nvSpPr>
        <p:spPr>
          <a:xfrm>
            <a:off x="713232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GraphRAG 的整合思路：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5E2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先用圖譜鎖定相關實體與關係，再用向量補語意細節——像「先用地圖定位區域，再用放大鏡看細節」。兩者互補，不是二選一。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2A4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3 · IF I JOIN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090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如果我加入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4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我會怎麼開始、怎麼落地、怎麼長期蹲點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FIRST 90 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 90 天藍圖：先建信任，再擴規模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31546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2697480" cy="658368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63624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81" y="1667317"/>
            <a:ext cx="176662" cy="176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527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0–30 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2376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盤點與信任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0664" y="2624328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訪談各部門，盤出高頻、痛、但出錯不致命的場景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摸清現有系統、資料分布與權限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產出『AI 落地機會地圖』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64992" y="1417320"/>
            <a:ext cx="2697480" cy="31546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64992" y="1417320"/>
            <a:ext cx="2697480" cy="658368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1563624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853" y="1667317"/>
            <a:ext cx="176662" cy="1766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527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30–60 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8444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一個能被看見的 PoC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02736" y="2624328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挑一個低風險高價值場景做出雛形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同步建立評估基準（怎麼算成功）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打一場能建立信任的小勝仗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27064" y="1417320"/>
            <a:ext cx="2697480" cy="31546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27064" y="1417320"/>
            <a:ext cx="2697480" cy="658368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20" name="Shape 16"/>
          <p:cNvSpPr/>
          <p:nvPr/>
        </p:nvSpPr>
        <p:spPr>
          <a:xfrm>
            <a:off x="6428232" y="1563624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925" y="1667317"/>
            <a:ext cx="176662" cy="1766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85432" y="1527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60–90 天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44652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可複製的方法與藍圖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64808" y="2624328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把開發流程、評估、記憶系統整理成模板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pgvector 起步、預留 Neo4j 擴充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提出後續 6–12 個月擴展藍圖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DOMAIN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製造業落地場景：把技術接地氣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59352" cy="13258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1636776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47" y="1789847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600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跨廠品質異常彙整 Agent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35608" y="19842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四個廠格式／語言不同，自動彙整成統一摘要與趨勢——低風險，適合當第一個 PoC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27448" y="1417320"/>
            <a:ext cx="3959352" cy="13258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7448" y="1417320"/>
            <a:ext cx="64008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9"/>
          <p:cNvSpPr/>
          <p:nvPr/>
        </p:nvSpPr>
        <p:spPr>
          <a:xfrm>
            <a:off x="4946904" y="1636776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975" y="1789847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0136" y="1600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業務報價 / 歷史案例輔助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660136" y="19842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自然語言查客戶、料號的歷史報價、品質紀錄與料況，一次撈齊散落多系統的資訊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2926080"/>
            <a:ext cx="3959352" cy="13258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2926080"/>
            <a:ext cx="64008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376" y="3145536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7" y="3298607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35608" y="3108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供應鏈料況問答助理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35608" y="34930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即時回答某料件的庫存、在途、替代料源——對應 6912 芯光纖原料的缺料風險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27448" y="2926080"/>
            <a:ext cx="3959352" cy="1325880"/>
          </a:xfrm>
          <a:prstGeom prst="rect">
            <a:avLst/>
          </a:prstGeom>
          <a:solidFill>
            <a:srgbClr val="F3F7FA"/>
          </a:solidFill>
          <a:ln w="9525">
            <a:solidFill>
              <a:srgbClr val="E2E9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27448" y="2926080"/>
            <a:ext cx="64008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Shape 19"/>
          <p:cNvSpPr/>
          <p:nvPr/>
        </p:nvSpPr>
        <p:spPr>
          <a:xfrm>
            <a:off x="4946904" y="3145536"/>
            <a:ext cx="566928" cy="56692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975" y="3298607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0136" y="3108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93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內部知識 / SOP 問答（RAG）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660136" y="34930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50 年老廠的製程知識、SOP、ISO 文件變成可問答助理——最低風險的起手式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4498848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共同點：資訊散落多系統、人工彙整耗時、規則清楚——正是 Agent 的甜蜜點。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我的定位：拓荒者 ＋ 長跑者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260604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6060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45920"/>
            <a:ext cx="603504" cy="603504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466" y="1808866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拓荒者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對一家從 0 導入 AI 的公司，需要的不是只做單一功能的人，而是能定義藍圖的人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606040" cy="260604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417320"/>
            <a:ext cx="26060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0440" y="1645920"/>
            <a:ext cx="603504" cy="603504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386" y="1808866"/>
            <a:ext cx="277612" cy="2776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長跑者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20440" y="2788920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我有耐心持續追蹤效能、穩定性、成本，並建立可衡量的評估機制走完長週期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80760" y="1417320"/>
            <a:ext cx="2606040" cy="2606040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88900" dist="38100" dir="5400000">
              <a:srgbClr val="0A1A2F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417320"/>
            <a:ext cx="26060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Shape 15"/>
          <p:cNvSpPr/>
          <p:nvPr/>
        </p:nvSpPr>
        <p:spPr>
          <a:xfrm>
            <a:off x="6309360" y="1645920"/>
            <a:ext cx="603504" cy="603504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306" y="1808866"/>
            <a:ext cx="277612" cy="2776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資深 = 優勢，非威脅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2788920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D6E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我找的不是跳板，是能讓我長期把 AI 從 0 養大的地方；我願意先蹲下盤點、做小場景建信任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02920" y="4224528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9A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「我這幾年最有成就感的，不是做出多炫的 demo，而是把東西做到真的有人用、能持續跑下去。」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377440"/>
            <a:ext cx="4754880" cy="47548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期待與主管進一步深聊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我想了解的三個問題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457200" cy="457200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455164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CF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公司目前內部最想優先 Agent 化的流程是哪一個？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935224"/>
            <a:ext cx="457200" cy="457200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05866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9352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CF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這塊目前是獨立團隊，還是隸屬 IT？未來規劃多大？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6928" y="3538728"/>
            <a:ext cx="457200" cy="457200"/>
          </a:xfrm>
          <a:prstGeom prst="ellipse">
            <a:avLst/>
          </a:prstGeom>
          <a:solidFill>
            <a:srgbClr val="1031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66217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538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CF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成功的標準會怎麼定義——是省下工時，還是先把能力建起來？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廖介任 Rick Liao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DA6B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應用開發工程師應徵者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應用開發工程師 面試簡報</dc:title>
  <dc:subject>PptxGenJS Presentation</dc:subject>
  <dc:creator>Rick Liao</dc:creator>
  <cp:lastModifiedBy>Rick Liao</cp:lastModifiedBy>
  <cp:revision>1</cp:revision>
  <dcterms:created xsi:type="dcterms:W3CDTF">2026-05-31T15:12:08Z</dcterms:created>
  <dcterms:modified xsi:type="dcterms:W3CDTF">2026-05-31T15:12:08Z</dcterms:modified>
</cp:coreProperties>
</file>