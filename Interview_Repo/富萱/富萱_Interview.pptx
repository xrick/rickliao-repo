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225" d="100"/>
          <a:sy n="225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17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富萱科技 ｜ AI Agent / LLM 工程師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DocAI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12801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RAG ＋ AI Agent 系統實戰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從架構設計、模型微調到企業部署的完整實作經驗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7863840" cy="36576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Liao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｜    18+ 年軟體開發　｜　7 年深度學習 / LLM 應用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736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簡報共 15 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自我介紹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3657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6576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Liao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Engineer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年軟體開發經驗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3172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3172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 DL / LLM 應用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190x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4008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模型壓縮比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3172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33172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壓縮後準確率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3484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專業背景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434840" y="1481328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164592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擁有 18 年以上軟體開發經驗，近 7 年專注於深度學習與大型語言模型 (LLM) 應用開發。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核心能力是將 LLM 技術轉化為企業可用的產品 — 從 RAG 知識檢索系統、AI Agent 自動化流程到模型微調，具備獨立完成「架構設計 → 開發 → 部署」全流程的實戰經驗。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48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專注領域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34840" y="3776472"/>
            <a:ext cx="804672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D52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34840" y="377647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49240" y="3776472"/>
            <a:ext cx="896112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D52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49240" y="3776472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55080" y="3776472"/>
            <a:ext cx="1810512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D52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377647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(LoRA)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75320" y="3776472"/>
            <a:ext cx="804672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D52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75320" y="377647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4348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5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「將最新 LLM 研究 → 企業可用的產品」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核心專業領域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Expertise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069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5448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7190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檢索增強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SQLite 全本地端向量檢索；支援 PDF / DOCX / PPTX / Excel 多格式智慧解析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2801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280160"/>
            <a:ext cx="4069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55448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71907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自動化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15000" y="20116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編排多步驟工作流；工具呼叫、規劃與決策邏輯設計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1089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108960"/>
            <a:ext cx="4069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338328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5478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模型微調 (Fine-Tune)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554480" y="3840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微調 DeepSeek、LLaMA 等開源模型，提升領域任務準確度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17720" y="31089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17720" y="3108960"/>
            <a:ext cx="4069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0" y="338328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54787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1500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邊緣部署 / 模型壓縮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715000" y="3840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190× 模型壓縮經驗，從 18.9 MB → 100 KB，適合 AI Box / AI Camera 等邊緣裝置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近期代表性成果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Achievements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DocAI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企業知識管理系統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PPTX / Excel 多格式智慧檢索與問答；FAISS + SQLite 全本地架構，符合資料安全要求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91440" cy="16916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99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準確度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DeepSeek-R1-7B  LoRA 微調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783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於 1,200 筆評估集將領域檢索準確度由 87% → 89%；驗證在地化資料微調的真實效益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63240"/>
            <a:ext cx="91440" cy="1691640"/>
          </a:xfrm>
          <a:prstGeom prst="rect">
            <a:avLst/>
          </a:prstGeom>
          <a:solidFill>
            <a:srgbClr val="059A82"/>
          </a:solidFill>
          <a:ln w="12700">
            <a:solidFill>
              <a:srgbClr val="059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278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查詢時間↓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SalesRAG 業務情報系統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3611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縮短業務團隊查詢產品/客戶資料時間 30–40%，直接轉化為業務生產力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63240"/>
            <a:ext cx="91440" cy="16916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278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190x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89204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深度學習模型極致壓縮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611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18.9 MB → 100 KB 以下，準確率仍維持 96.8%；邊緣裝置部署的可行驗證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DocAI 是什麼？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System for LLM RAG &amp; Agent Capability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企業文件智慧助理 ｜ Document × AI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17320" y="1673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LLM RAG + AI Agent 為核心，打造可在企業內部安全部署的多格式文件問答 &amp; 任務自動化系統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23160"/>
            <a:ext cx="26974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2697480"/>
            <a:ext cx="68580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284378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多格式 RAG 知識庫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PPTX / Excel 解析 → 切塊 → 向量化 → FAISS 本地索引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91840" y="24231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91840" y="2423160"/>
            <a:ext cx="26974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7680" y="2697480"/>
            <a:ext cx="68580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84378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2900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多步任務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7472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編排：問題解析 → 檢索 → 工具呼叫 → 推理 → 回覆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24231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26480" y="2423160"/>
            <a:ext cx="26974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32320" y="2697480"/>
            <a:ext cx="68580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284378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364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企業級資安部署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30936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全本地端 (LLM + Vector DB + SQLite)；支援 GPU / CPU 自適應推論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為什麼企業需要 DocAI？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Points We Solve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知識散落、找不到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892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技術文件、SOP、會議記錄分散在不同系統，員工每天花費 20–30% 時間找資料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235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新人上手週期長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1892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缺乏可即問即答的知識入口，新進員工依賴口述傳承，培訓成本高、學習曲線陡峭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173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公有雲 LLM 有疑慮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6758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企業合約、客戶資料、研發機密無法上傳至 ChatGPT 等公有雲服務，存在合規風險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9184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235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 LLM 不懂業務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36758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不認識公司產品、術語與流程，回答常常「看似專業實則錯誤」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DocAI 系統架構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463040" cy="91440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1188720"/>
            <a:ext cx="6766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35331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35331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35331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35331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35331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35331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135331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35331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79208" y="135331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35331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 OCR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1463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40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Agent 核心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20240" y="2240280"/>
            <a:ext cx="6766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240487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240487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切塊解析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9272" y="240487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240487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2584" y="240487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240487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向量庫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240487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5896" y="240487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79208" y="2404872"/>
            <a:ext cx="1261872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9208" y="240487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1463040" cy="914400"/>
          </a:xfrm>
          <a:prstGeom prst="rect">
            <a:avLst/>
          </a:prstGeom>
          <a:solidFill>
            <a:srgbClr val="059A82"/>
          </a:solidFill>
          <a:ln w="12700">
            <a:solidFill>
              <a:srgbClr val="059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應用層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920240" y="3291840"/>
            <a:ext cx="6766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3456432"/>
            <a:ext cx="1600200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345643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問答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3456432"/>
            <a:ext cx="1600200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45643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49240" y="3456432"/>
            <a:ext cx="1600200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45643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3456432"/>
            <a:ext cx="1600200" cy="585216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45643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工作流自動化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83480" y="2103120"/>
            <a:ext cx="9144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3154680"/>
            <a:ext cx="9144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關鍵技術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691640" y="4315968"/>
            <a:ext cx="73152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91640" y="43159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14600" y="4315968"/>
            <a:ext cx="45720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4315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063240" y="4315968"/>
            <a:ext cx="100584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63240" y="43159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60520" y="4315968"/>
            <a:ext cx="100584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43159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57800" y="4315968"/>
            <a:ext cx="64008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43159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89320" y="4315968"/>
            <a:ext cx="73152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43159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12280" y="4315968"/>
            <a:ext cx="54864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12280" y="43159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52360" y="4315968"/>
            <a:ext cx="822960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3D52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43159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 ① 多格式 RAG 檢索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Retrieval-Augmented Generation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智慧文件解析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PPTX / Excel 結構化抽取，保留表格、章節層級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019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語意切塊策略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依語意邊界切 chunk，避免句子斷裂；支援 overlap 與標題感知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06624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61518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本地端向量資料庫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9077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SQLite，零雲端依賴；千萬級 chunk 檢索 &lt; 100ms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混合檢索 (Hybrid)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62102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向量檢索 + 關鍵字 BM25 雙路徑，提升長尾查詢命中率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133088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來源可追溯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334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回答附原文出處與頁碼，使用者可驗證 LLM 回答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49240" y="11430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1143000"/>
            <a:ext cx="36576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1783080"/>
            <a:ext cx="3291840" cy="36576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Document Loader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32120" y="2240280"/>
            <a:ext cx="3291840" cy="36576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32120" y="2697480"/>
            <a:ext cx="32918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Embedding 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32120" y="3154680"/>
            <a:ext cx="32918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FAISS Index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3611880"/>
            <a:ext cx="3291840" cy="365760"/>
          </a:xfrm>
          <a:prstGeom prst="rect">
            <a:avLst/>
          </a:prstGeom>
          <a:solidFill>
            <a:srgbClr val="059A82"/>
          </a:solidFill>
          <a:ln w="12700">
            <a:solidFill>
              <a:srgbClr val="059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Hybrid Retrieval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32120" y="4069080"/>
            <a:ext cx="3291840" cy="365760"/>
          </a:xfrm>
          <a:prstGeom prst="rect">
            <a:avLst/>
          </a:prstGeom>
          <a:solidFill>
            <a:srgbClr val="059A82"/>
          </a:solidFill>
          <a:ln w="12700">
            <a:solidFill>
              <a:srgbClr val="059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LLM Generation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 ② AI Agent 自動化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LangGraph-Powered Multi-Step Reasoning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問題理解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意圖辨識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參數抽取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84248" y="1943100"/>
            <a:ext cx="146304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2801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28016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任務拆解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75888" y="1943100"/>
            <a:ext cx="146304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2801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28016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檢索 / 工具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檢索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呼叫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67528" y="1943100"/>
            <a:ext cx="146304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12801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32120" y="128016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3212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推理整合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多源訊息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邏輯推理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59168" y="1943100"/>
            <a:ext cx="146304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12801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128016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2376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回覆生成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結構化輸出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附引用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 Agent 應用情境</a:t>
            </a:r>
            <a:endParaRPr lang="en-US" sz="14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56432"/>
            <a:ext cx="228600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60120" y="34198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「這份合約有哪些異常條款？」→ 解析 PDF → RAG 比對範本 → 標註差異</a:t>
            </a:r>
            <a:endParaRPr lang="en-US" sz="115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228600" cy="2286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960120" y="380390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「整理上週技術會議重點與待辦」→ 讀取會議紀錄 → 摘要 → 抽取 Action Items</a:t>
            </a:r>
            <a:endParaRPr lang="en-US" sz="115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24528"/>
            <a:ext cx="228600" cy="22860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960120" y="41879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「給我 Q3 業績報表並比較去年同期」→ 讀取 Excel → 計算 → 圖表 + 結論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技術亮點與差異化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DocAI Stands Out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37160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538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全本地端架構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LLM、向量庫、SQL 全部署在內網，無資料外洩疑慮，符合金融、醫療、製造業合規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37160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4538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領域微調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已驗證 DeepSeek-R1-7B + LoRA 流程，可依客戶領域語料快速客製化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11887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53912" y="137160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45389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邊緣裝置友善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搭配模型壓縮經驗，可部署到 AI Box / 工業電腦，無需 GPU 伺服器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148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072" y="31546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3697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模組化可擴充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9436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/ Embedder / Retriever / Agent 全模組化，新文件型態 1 天內可接入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64992" y="31546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23697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流程可觀測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8328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圖式工作流 + Trace Log，每步可視化與除錯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98932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53912" y="31546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236976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跨平台前端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17220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跨平台 APP (Flutter/React Native 規劃)，企業內部隨時可用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DocAI 帶來的量化效益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20116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查詢/檢索時間縮短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員工每天節省 1.5–2 小時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23444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234440"/>
            <a:ext cx="2011680" cy="914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+2pp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24328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領域檢索準確度提升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4328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微調後 87% → 89%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123444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234440"/>
            <a:ext cx="20116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45736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資料外洩風險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全本地端，無雲端依賴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75704" y="123444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234440"/>
            <a:ext cx="201168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190x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67144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模型壓縮，邊緣可部署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Box / 邊緣裝置友善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對企業的整體價值</a:t>
            </a:r>
            <a:endParaRPr lang="en-US" sz="14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9728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提升員工生產力：消除找資料的時間黑洞</a:t>
            </a:r>
            <a:endParaRPr lang="en-US" sz="11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977640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663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縮短新人 on-boarding：知識可即問即答</a:t>
            </a:r>
            <a:endParaRPr lang="en-US" sz="11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89120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9728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 LLM 風險：可控、可稽核、可離線</a:t>
            </a:r>
            <a:endParaRPr lang="en-US" sz="11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38912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6636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創造資料價值：將 PDF/Excel 從「死資產」變「活資產」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為什麼選擇富萱科技？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Fusion Tech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5544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技術方向高度契合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77340" y="2816352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富萱專注於 AI Box / AI Camera 等邊緣運算產品，正是我擅長的「LLM + 模型壓縮 + 邊緣部署」交集領域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974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188720"/>
            <a:ext cx="26974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5544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應用發展前沿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411980" y="2816352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74720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貴公司在臉辨、安全監控、影像分析已有成熟產品；接下來導入 LLM Agent 可大幅放大現有產品價值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6974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1188720"/>
            <a:ext cx="26974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55448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產業生態系思維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246620" y="2816352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9360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貴公司強調與互補廠商、終端客戶共創三贏，這與 DocAI「為企業客製、可整合」的設計理念相通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5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「LLM × 邊緣運算」是接下來 3 年最重要的賽道，富萱在硬體與場景上已有先發優勢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我能為富萱帶來什麼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 Bring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立即可用的 LLM 落地能力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2608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Agent 架構設計與實作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832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部署經驗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404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可獨立完成 PoC → 產品化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91840" y="11887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47472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Shape 12"/>
          <p:cNvSpPr/>
          <p:nvPr/>
        </p:nvSpPr>
        <p:spPr>
          <a:xfrm>
            <a:off x="3474720" y="2029968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7472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 AI 的差異化優勢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92608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490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190× 模型壓縮實戰經驗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38328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Python 雙棲，貼近邊緣硬體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84048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4904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可協助將 LLM 縮減後部署到 AI Box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126480" y="11887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30936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7" name="Shape 19"/>
          <p:cNvSpPr/>
          <p:nvPr/>
        </p:nvSpPr>
        <p:spPr>
          <a:xfrm>
            <a:off x="6309360" y="2029968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30936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資深工程師的整合視角</a:t>
            </a:r>
            <a:endParaRPr lang="en-US" sz="14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2608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8368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年軟體開發跨領域經驗</a:t>
            </a:r>
            <a:endParaRPr lang="en-US" sz="10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383280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5836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從架構設計到客戶部署全流程</a:t>
            </a:r>
            <a:endParaRPr lang="en-US" sz="10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840480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8368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能與硬體、影像、業務團隊協作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若加入富萱：90 天上手規劃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 Plan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7772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1 - 30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＆ 融入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224028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熟悉富萱現有 AI Box / Camera 產品線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01752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盤點目前資料流、客戶 use case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79476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與硬體 / 影像團隊建立協作橋樑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188720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31 - 60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 ＆ 驗證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493008" y="224028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選定首個 LLM 應用場景 PoC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93008" y="301752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 RAG / Agent 雛形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93008" y="379476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在邊緣硬體上做模型瘦身可行性驗證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188720"/>
            <a:ext cx="2697480" cy="777240"/>
          </a:xfrm>
          <a:prstGeom prst="rect">
            <a:avLst/>
          </a:prstGeom>
          <a:solidFill>
            <a:srgbClr val="059A82"/>
          </a:solidFill>
          <a:ln w="12700">
            <a:solidFill>
              <a:srgbClr val="059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61 - 90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 ＆ 量產化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327648" y="224028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PoC 整合進產品線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27648" y="301752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建立內部 LLM 開發 SOP / 模板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27648" y="379476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7512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提出未來 6 個月的 LLM 路線圖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023360" y="2331720"/>
            <a:ext cx="10972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期待與富萱科技一同打造下一代 LLM × 邊緣 AI 產品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4572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＆ 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歡迎深入交流 DocAI 任何技術細節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Liao  ｜  AI / LLM Engineer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978</Words>
  <Application>Microsoft Macintosh PowerPoint</Application>
  <PresentationFormat>如螢幕大小 (16:9)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富萱科技 面試簡報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DocAI - LLM RAG &amp; AI Agent 系統實戰</dc:title>
  <dc:subject>PptxGenJS Presentation</dc:subject>
  <dc:creator>Rick Liao</dc:creator>
  <cp:lastModifiedBy>RickLiao</cp:lastModifiedBy>
  <cp:revision>2</cp:revision>
  <dcterms:created xsi:type="dcterms:W3CDTF">2026-05-04T03:27:28Z</dcterms:created>
  <dcterms:modified xsi:type="dcterms:W3CDTF">2026-05-04T09:22:08Z</dcterms:modified>
</cp:coreProperties>
</file>